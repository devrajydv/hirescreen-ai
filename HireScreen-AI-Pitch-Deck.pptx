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926080"/>
            <a:ext cx="2011680" cy="2011680"/>
          </a:xfrm>
          <a:prstGeom prst="ellipse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502920"/>
            <a:ext cx="2377440" cy="329184"/>
          </a:xfrm>
          <a:prstGeom prst="rect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02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F8EF7"/>
                </a:solidFill>
              </a:rPr>
              <a:t>AI-POWERED HR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HireScreen 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</a:rPr>
              <a:t>From resume upload to shortlisted candidate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</a:rPr>
              <a:t>in under 2 hours — not 14 days.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2468880" cy="347472"/>
          </a:xfrm>
          <a:prstGeom prst="rect">
            <a:avLst/>
          </a:prstGeom>
          <a:solidFill>
            <a:srgbClr val="4F8EF7">
              <a:alpha val="18000"/>
            </a:srgbClr>
          </a:solidFill>
          <a:ln w="1270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Resume Screening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3017520"/>
            <a:ext cx="2468880" cy="347472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ATS Scoring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017520"/>
            <a:ext cx="2468880" cy="347472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 Interview Scheduling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45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React + Lovable  ·  Supabase  ·  n8n Automation  ·  Gemini AI  ·  Google Calendar API  ·  Cloudflare Tunnel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540"/>
                </a:solidFill>
              </a:rPr>
              <a:t>Great candidates are accepting other offers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2540"/>
                </a:solidFill>
              </a:rPr>
              <a:t>while your HR team is buried in PDFs.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199339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54864" cy="2560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84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2542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PDF Burial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871216"/>
            <a:ext cx="1737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250+ resumes per role. Only the first 50 get a fair look. Great candidates buried below.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2011680"/>
            <a:ext cx="199339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2011680"/>
            <a:ext cx="54864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2084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96896" y="2542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Decision Fatigue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96896" y="2871216"/>
            <a:ext cx="1737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HR and hiring manager disagree on 30–40% of candidates. No scoring. Pure gut feel.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2011680"/>
            <a:ext cx="199339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2011680"/>
            <a:ext cx="54864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084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👻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18304" y="2542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Ghosting Epidemic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2871216"/>
            <a:ext cx="1737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Scheduling takes 4–7 days. Top talent is off the market in 10 days. 50% of candidates ghost.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9984" y="2011680"/>
            <a:ext cx="199339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9984" y="2011680"/>
            <a:ext cx="54864" cy="2560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2084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🔲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39712" y="25420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The Black Box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9712" y="2871216"/>
            <a:ext cx="1737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No audit trail. No explainable scoring. Same mistakes repeated every single hiring cycle.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HireScreen AI  ·  Confidential  ·  February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503920" y="49011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$39B market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with 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unserved core.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Small and mid-sized tech companies make up 42% of the HR tech user base — yet every powerful AI screening tool is priced for companies 10x their size.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41248"/>
            <a:ext cx="2011680" cy="126187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841248"/>
            <a:ext cx="201168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8EF7"/>
                </a:solidFill>
              </a:rPr>
              <a:t>$39B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0" y="1435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Global HR Tech market 2025 → $69B by 2032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39712" y="841248"/>
            <a:ext cx="2011680" cy="126187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39712" y="841248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950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42%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31152" y="1435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Of HR tech users are SMEs — fastest growing segment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258568"/>
            <a:ext cx="2011680" cy="126187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258568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368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39.3%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28529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CAGR for Agentic AI in HR — projected $23B by 2034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39712" y="2258568"/>
            <a:ext cx="2011680" cy="126187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9712" y="2258568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2368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85.2M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31152" y="28529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Worker shortage globally by 2030 — talent war intensifying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950208"/>
            <a:ext cx="8412480" cy="621792"/>
          </a:xfrm>
          <a:prstGeom prst="rect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502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🎯  The Gap: Enterprise tools (Paradox, Ashby) cost $1,000+/mo and need a 500-person HR team to run. HireScreen AI is built for the 50-person company that Sarah works at.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HireScreen AI  ·  Confidential  ·  February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0" y="49011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540"/>
                </a:solidFill>
              </a:rPr>
              <a:t>HireScreen AI — End-to-end AI hiring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651760" cy="5029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Upload &amp; Screen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01168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Drag-and-drop PDF resumes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AI extracts name, email, phone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Gemini AI evaluates vs Job Description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ATS score + JD match % + skills gap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417320"/>
            <a:ext cx="265176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67328" y="1444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Evaluate &amp; Decide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Structured AI report per candidate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Skills matched vs missing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Strengths, weaknesses, recommendation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HR shortlists, holds, or rejects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14173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41732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0256" y="1444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Schedule &amp; Confirm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201168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One-click Google Calendar invite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Auto Google Meet link generated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Multiple interviewers supported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Candidate + team notified instantly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4572000" cy="228600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" y="4663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</a:rPr>
              <a:t>BEFORE  ·  14 days from posting to shortlist  ·  10+ hours screening  ·  50% candidates ghost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4663440"/>
            <a:ext cx="4572000" cy="228600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663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</a:rPr>
              <a:t>AFTER  ·  Under 2 hours  ·  10 minutes to screen 100 resumes  ·  Instant scheduling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HireScreen AI  ·  Confidential  ·  February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03920" y="49011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TECHNICAL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651760" cy="382219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2651760" cy="42062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412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389888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389888"/>
            <a:ext cx="50292" cy="548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38988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(Lovable)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084832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084832"/>
            <a:ext cx="50292" cy="548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8483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 Pages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779776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779776"/>
            <a:ext cx="50292" cy="548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7977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Real-time Updates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474720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3474720"/>
            <a:ext cx="50292" cy="548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7472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Google OAuth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1828800"/>
            <a:ext cx="6858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37560" y="841248"/>
            <a:ext cx="2651760" cy="382219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841248"/>
            <a:ext cx="265176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8412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AUTOMATION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02152" y="1389888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02152" y="1389888"/>
            <a:ext cx="5029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138988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n8n Workflows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02152" y="2084832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02152" y="2084832"/>
            <a:ext cx="5029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208483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Resume Screening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02152" y="2779776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02152" y="2779776"/>
            <a:ext cx="5029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277977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Interview Scheduling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02152" y="3474720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02152" y="3474720"/>
            <a:ext cx="5029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93592" y="347472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Cloudflare Tunnel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89320" y="1828800"/>
            <a:ext cx="6858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00800" y="841248"/>
            <a:ext cx="2651760" cy="382219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841248"/>
            <a:ext cx="2651760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8412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BACKEND &amp; AI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65392" y="1389888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65392" y="1389888"/>
            <a:ext cx="5029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138988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Supabase DB + Auth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65392" y="2084832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65392" y="2084832"/>
            <a:ext cx="5029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6832" y="2084832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Gemini AI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65392" y="2779776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65392" y="2779776"/>
            <a:ext cx="5029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56832" y="2779776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Google Calendar API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65392" y="3474720"/>
            <a:ext cx="2322576" cy="548640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65392" y="3474720"/>
            <a:ext cx="5029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56832" y="347472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Supabase Storage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626864"/>
            <a:ext cx="8595360" cy="256032"/>
          </a:xfrm>
          <a:prstGeom prst="rect">
            <a:avLst/>
          </a:prstGeom>
          <a:solidFill>
            <a:srgbClr val="243351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62686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Webhook  →  Fetch JD  →  Loop Candidates  →  Extract PDF  →  Preprocess AI  →  Evaluate AI  →  Parse + Save  →  Respond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HireScreen AI  ·  Confidential  ·  February 2026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503920" y="49011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KEY METRICS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600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160020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92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8EF7"/>
                </a:solidFill>
              </a:rPr>
              <a:t>&lt; 90s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Time to screen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one resume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02536" y="841248"/>
            <a:ext cx="1600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02536" y="841248"/>
            <a:ext cx="1600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9692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≥ 85%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93976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recommendation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accuracy 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30752" y="841248"/>
            <a:ext cx="1600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841248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7912" y="9692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≤ ₹2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22192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Screening 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 candidate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58968" y="841248"/>
            <a:ext cx="1600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58968" y="841248"/>
            <a:ext cx="1600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96128" y="9692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≥ 95%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50408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Pipeline completion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rate target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87184" y="841248"/>
            <a:ext cx="1600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87184" y="841248"/>
            <a:ext cx="1600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24344" y="9692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&lt; 2 min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278624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Interview scheduling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time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67712"/>
          <a:ext cx="8595360" cy="2395728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  <a:gridCol w="1645920"/>
              </a:tblGrid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Manual (Sarah Today)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 HireScreen AI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Saving</a:t>
                      </a:r>
                      <a:endParaRPr lang="en-US" sz="10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Screen 100 resumes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10–13 hours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&lt; 10 minutes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~95% faster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Time to fill (tech role)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44–52 days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15–25 days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~50% faster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Cost for 10 hires/year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~USD 500,000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~USD 205,000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USD 295,000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Interview scheduling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4–7 days email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&lt; 2 minutes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Instant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Candidate ghosting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50% ghost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Near-instant invite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Drastically reduced</a:t>
                      </a:r>
                      <a:endParaRPr lang="en-US" sz="1100" dirty="0"/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HireScreen AI  ·  Confidential  ·  February 2026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503920" y="49011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8EF7"/>
                </a:solidFill>
              </a:rPr>
              <a:t>PRODUCT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45720"/>
          </a:xfrm>
          <a:prstGeom prst="rect">
            <a:avLst/>
          </a:prstGeom>
          <a:solidFill>
            <a:srgbClr val="2A3F5F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28216"/>
            <a:ext cx="256032" cy="25603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066544"/>
            <a:ext cx="1993392" cy="265176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066544"/>
            <a:ext cx="1993392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665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20665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DD4"/>
                </a:solidFill>
              </a:rPr>
              <a:t>Now — Mar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MVP  ✅ Live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1810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AI resume screening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ATS scoring + JD match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Interview scheduling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Google Calendar + Meet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10-page React frontend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44952" y="1728216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2066544"/>
            <a:ext cx="1993392" cy="265176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2066544"/>
            <a:ext cx="199339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20665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23744" y="20665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DD4"/>
                </a:solidFill>
              </a:rPr>
              <a:t>Apr — Jun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42032" y="25786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42032" y="2944368"/>
            <a:ext cx="1810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DOCX + TXT support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Email notifications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Retry logic + error handling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Bulk upload improvements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Logo + branding polish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85232" y="1728216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2066544"/>
            <a:ext cx="1993392" cy="265176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2066544"/>
            <a:ext cx="19933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20665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0016" y="20665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DD4"/>
                </a:solidFill>
              </a:rPr>
              <a:t>Jul — Sep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18304" y="25786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Intelligence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18304" y="2944368"/>
            <a:ext cx="1810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Custom scoring per role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Bias detection layer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AI interview questions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Multi-model AI comparison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Hiring pattern analytics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25512" y="172821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2066544"/>
            <a:ext cx="1993392" cy="2651760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2066544"/>
            <a:ext cx="1993392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20665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76288" y="20665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DD4"/>
                </a:solidFill>
              </a:rPr>
              <a:t>Oct — Dec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94576" y="25786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Enterprise Scale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94576" y="2944368"/>
            <a:ext cx="181051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ATS integrations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Multi-tenant workspaces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RBAC permissions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LinkedIn sync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API access + SOC 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440" y="12618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</a:rPr>
              <a:t>Phase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31720" y="12618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Phase 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12618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Phase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12280" y="12618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Phase 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681728"/>
            <a:ext cx="8595360" cy="201168"/>
          </a:xfrm>
          <a:prstGeom prst="rect">
            <a:avLst/>
          </a:prstGeom>
          <a:solidFill>
            <a:srgbClr val="4F8EF7">
              <a:alpha val="12000"/>
            </a:srgbClr>
          </a:solidFill>
          <a:ln w="12700">
            <a:solidFill>
              <a:srgbClr val="4F8EF7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817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Goal: Transform hiring from a 14-day administrative bottleneck into a 2-hour automated pipeline — for every SME tech company.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HireScreen AI  ·  Confidential  ·  February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9011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F8EF7">
              <a:alpha val="8000"/>
            </a:srgbClr>
          </a:solidFill>
          <a:ln w="12700">
            <a:solidFill>
              <a:srgbClr val="4F8EF7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48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What we built.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772400" cy="62179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533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353312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End-to-end AI resume screening — from PDF upload to structured ATS report in under 90 seconds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772400" cy="62179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031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ATS scoring, JD match %, skills analysis, and explainable AI recommendations for every candidate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52928"/>
            <a:ext cx="7772400" cy="62179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85292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5292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One-click interview scheduling with Google Calendar and automatic Meet link generation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02736"/>
            <a:ext cx="7772400" cy="621792"/>
          </a:xfrm>
          <a:prstGeom prst="rect">
            <a:avLst/>
          </a:prstGeom>
          <a:solidFill>
            <a:srgbClr val="1E2D45"/>
          </a:solidFill>
          <a:ln w="12700">
            <a:solidFill>
              <a:srgbClr val="2A3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60273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602736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Full-stack platform: React frontend, Supabase DB, n8n automation, Gemini AI, Cloudflare Tunnel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7772400" cy="384048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805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HireScreen AI  ·  No great candidate missed because a human was buried in PDFs.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HireScreen AI  ·  Confidential  ·  February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490118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HireScreen AI Pitch Deck</dc:title>
  <dc:subject>PptxGenJS Presentation</dc:subject>
  <dc:creator>PptxGenJS</dc:creator>
  <cp:lastModifiedBy>PptxGenJS</cp:lastModifiedBy>
  <cp:revision>1</cp:revision>
  <dcterms:created xsi:type="dcterms:W3CDTF">2026-02-22T21:44:50Z</dcterms:created>
  <dcterms:modified xsi:type="dcterms:W3CDTF">2026-02-22T21:44:50Z</dcterms:modified>
</cp:coreProperties>
</file>